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 Internship at Link In Blink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 • HM ESCAN Pvt. Ltd. • April 18 – May 20, 2025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297680"/>
            <a:ext cx="2011680" cy="0"/>
          </a:xfrm>
          <a:prstGeom prst="line">
            <a:avLst/>
          </a:prstGeom>
          <a:noFill/>
          <a:ln w="31750">
            <a:solidFill>
              <a:srgbClr val="3E5D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6177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C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 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Sakshi Kumari  |  Roll No. CS-23411589
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C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
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C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  |  B.Tech CSE, Batch 2026-27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Report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48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Link In Blink and HM ESCAN Pvt. Ltd.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148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duration, and mode of engagement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566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work mattered and its goals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246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093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Scope, Tools &amp; Methodology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3566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work was approached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Contributions &amp; Outcomes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983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delivered and learned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4663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0936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Completion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4983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of successful completion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– Link In Blink | Sakshi Kumari (CS-23411589)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0"/>
            <a:ext cx="45079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In Blink</a:t>
            </a:r>
            <a:pPr indent="0" marL="0">
              <a:buNone/>
            </a:pPr>
            <a:r>
              <a:rPr lang="en-US" sz="1300" i="1" dirty="0">
                <a:solidFill>
                  <a:srgbClr val="6B73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– “One Tap to Trusted Entry”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In Blink, operated by HM ESCAN Pvt. Ltd., is a technology company building secure, tap-based visitor and entry-management solutions. The platform helps organizations manage trusted access with speed, accuracy, and reliability.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54864" cy="457200"/>
          </a:xfrm>
          <a:prstGeom prst="rect">
            <a:avLst/>
          </a:prstGeom>
          <a:solidFill>
            <a:srgbClr val="3E5D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904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 ESCAN Pvt. Ltd.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617720"/>
            <a:ext cx="54864" cy="457200"/>
          </a:xfrm>
          <a:prstGeom prst="rect">
            <a:avLst/>
          </a:prstGeom>
          <a:solidFill>
            <a:srgbClr val="3E5D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590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Bikaner, Rajasthan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303520"/>
            <a:ext cx="54864" cy="457200"/>
          </a:xfrm>
          <a:prstGeom prst="rect">
            <a:avLst/>
          </a:prstGeom>
          <a:solidFill>
            <a:srgbClr val="3E5D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276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486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www.linkinblink.com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95360" y="2377440"/>
            <a:ext cx="2651760" cy="2651760"/>
          </a:xfrm>
          <a:prstGeom prst="roundRect">
            <a:avLst>
              <a:gd name="adj" fmla="val 8621"/>
            </a:avLst>
          </a:prstGeom>
          <a:solidFill>
            <a:srgbClr val="141A4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95360" y="237744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IN</a:t>
            </a:r>
            <a:endParaRPr lang="en-US" sz="22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BLINK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5303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technology &amp; visitor management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– Link In Blink | Sakshi Kumari (CS-23411589)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F2F4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20240"/>
            <a:ext cx="2514600" cy="73152"/>
          </a:xfrm>
          <a:prstGeom prst="rect">
            <a:avLst/>
          </a:prstGeom>
          <a:solidFill>
            <a:srgbClr val="3E5D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423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Duration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92024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F2F4FC"/>
          </a:solidFill>
          <a:ln/>
        </p:spPr>
      </p:sp>
      <p:sp>
        <p:nvSpPr>
          <p:cNvPr id="9" name="Shape 7"/>
          <p:cNvSpPr/>
          <p:nvPr/>
        </p:nvSpPr>
        <p:spPr>
          <a:xfrm>
            <a:off x="3474720" y="1920240"/>
            <a:ext cx="2514600" cy="73152"/>
          </a:xfrm>
          <a:prstGeom prst="rect">
            <a:avLst/>
          </a:prstGeom>
          <a:solidFill>
            <a:srgbClr val="3E5D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11880" y="2423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 18 – May 20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246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92024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F2F4FC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1920240"/>
            <a:ext cx="2514600" cy="73152"/>
          </a:xfrm>
          <a:prstGeom prst="rect">
            <a:avLst/>
          </a:prstGeom>
          <a:solidFill>
            <a:srgbClr val="3E5D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2423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246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Role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0" y="192024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F2F4FC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0" y="1920240"/>
            <a:ext cx="2514600" cy="73152"/>
          </a:xfrm>
          <a:prstGeom prst="rect">
            <a:avLst/>
          </a:prstGeom>
          <a:solidFill>
            <a:srgbClr val="3E5D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81160" y="2423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Unpaid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3246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Type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38912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was completed as part of the Data Analyst Intern role at Link In Blink, focused on applying data collection, cleaning, analysis, and dashboarding skills to real organizational needs — working closely with cross-functional teams throughout.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– Link In Blink | Sakshi Kumari (CS-23411589)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6126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relying on manual or fragmented processes to track visitor entry and operational data struggle with accuracy, consistency, and timely insight.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6126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was a clear need to collect, clean, and analyze data from multiple sources — and translate it into clear dashboards and reports that support faster, better-informed business decisions.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06640" y="2011680"/>
            <a:ext cx="3977640" cy="3383280"/>
          </a:xfrm>
          <a:prstGeom prst="roundRect">
            <a:avLst>
              <a:gd name="adj" fmla="val 4054"/>
            </a:avLst>
          </a:prstGeom>
          <a:solidFill>
            <a:srgbClr val="141A47"/>
          </a:solidFill>
          <a:ln w="12700">
            <a:solidFill>
              <a:srgbClr val="3E5D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E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26974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→ Reliable insight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35661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scattered, unvalidated records into a single source of truth that teams can act on with confidence.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– Link In Blink | Sakshi Kumari (CS-23411589)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80160" y="1755648"/>
            <a:ext cx="9875520" cy="594360"/>
          </a:xfrm>
          <a:prstGeom prst="roundRect">
            <a:avLst>
              <a:gd name="adj" fmla="val 12308"/>
            </a:avLst>
          </a:prstGeom>
          <a:solidFill>
            <a:srgbClr val="F2F4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08760" y="1755648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Collect, clean, and validate data from various sources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80160" y="2532888"/>
            <a:ext cx="98755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08760" y="2532888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exploratory data analysis (EDA) to identify trends and insights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80160" y="3310128"/>
            <a:ext cx="9875520" cy="594360"/>
          </a:xfrm>
          <a:prstGeom prst="roundRect">
            <a:avLst>
              <a:gd name="adj" fmla="val 12308"/>
            </a:avLst>
          </a:prstGeom>
          <a:solidFill>
            <a:srgbClr val="F2F4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508760" y="3310128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dashboards and reports using Excel and visualization tools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1605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80160" y="4087368"/>
            <a:ext cx="98755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508760" y="4087368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in data modeling and analysis to support business decisions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" y="493776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937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80160" y="4864608"/>
            <a:ext cx="9875520" cy="594360"/>
          </a:xfrm>
          <a:prstGeom prst="roundRect">
            <a:avLst>
              <a:gd name="adj" fmla="val 12308"/>
            </a:avLst>
          </a:prstGeom>
          <a:solidFill>
            <a:srgbClr val="F2F4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508760" y="4864608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with cross-functional teams to deliver data-driven solutions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– Link In Blink | Sakshi Kumari (CS-23411589)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4.5 &amp; 4.6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Work &amp; Tools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F2F4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PROJECT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covered end-to-end handling of business data: sourcing and validating raw records, performing exploratory analysis, and presenting findings through dashboards and summary reports used by internal stakeholders to support operational decision-making.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2103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2651760"/>
            <a:ext cx="128016" cy="128016"/>
          </a:xfrm>
          <a:prstGeom prst="ellipse">
            <a:avLst/>
          </a:prstGeom>
          <a:solidFill>
            <a:srgbClr val="3E5D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0" y="25146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Excel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28620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analysis, and dashboard creation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3611880"/>
            <a:ext cx="128016" cy="128016"/>
          </a:xfrm>
          <a:prstGeom prst="ellipse">
            <a:avLst/>
          </a:prstGeom>
          <a:solidFill>
            <a:srgbClr val="3E5D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0" y="3474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 Tools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38221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trends and insights clearly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4572000"/>
            <a:ext cx="128016" cy="128016"/>
          </a:xfrm>
          <a:prstGeom prst="ellipse">
            <a:avLst/>
          </a:prstGeom>
          <a:solidFill>
            <a:srgbClr val="3E5DC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0" y="4434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Techniques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47823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accuracy and data quality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– Link In Blink | Sakshi Kumari (CS-23411589)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4.7 &amp; 4.8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 &amp;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606040" y="3337560"/>
            <a:ext cx="331470" cy="0"/>
          </a:xfrm>
          <a:prstGeom prst="line">
            <a:avLst/>
          </a:prstGeom>
          <a:noFill/>
          <a:ln w="25400">
            <a:solidFill>
              <a:srgbClr val="3E5DC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31520" y="283464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9077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546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12030" y="3337560"/>
            <a:ext cx="331470" cy="0"/>
          </a:xfrm>
          <a:prstGeom prst="line">
            <a:avLst/>
          </a:prstGeom>
          <a:noFill/>
          <a:ln w="25400">
            <a:solidFill>
              <a:srgbClr val="3E5DC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37510" y="283464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47238" y="29077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028950" y="31546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Validate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18020" y="3337560"/>
            <a:ext cx="331470" cy="0"/>
          </a:xfrm>
          <a:prstGeom prst="line">
            <a:avLst/>
          </a:prstGeom>
          <a:noFill/>
          <a:ln w="25400">
            <a:solidFill>
              <a:srgbClr val="3E5DC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43500" y="283464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53228" y="29077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234940" y="31546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Analyze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224010" y="3337560"/>
            <a:ext cx="331470" cy="0"/>
          </a:xfrm>
          <a:prstGeom prst="line">
            <a:avLst/>
          </a:prstGeom>
          <a:noFill/>
          <a:ln w="25400">
            <a:solidFill>
              <a:srgbClr val="3E5DC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49490" y="283464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59218" y="29077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440930" y="31546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Dashboards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555480" y="283464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3E5DC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65208" y="29077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46920" y="31546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&amp; Review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480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followed an iterative approach — data collection and validation, exploratory analysis, dashboard and report creation, and review with the team — with regular feedback from the HR Manager and team members incorporated at each stage to keep outputs aligned with business needs.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– Link In Blink | Sakshi Kumari (CS-23411589)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CONTRIBUTIONS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Contributed During the Internship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noted in the internship completion certificate issued by Link In Blink: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2F4FC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94560"/>
            <a:ext cx="73152" cy="1143000"/>
          </a:xfrm>
          <a:prstGeom prst="rect">
            <a:avLst/>
          </a:prstGeom>
          <a:solidFill>
            <a:srgbClr val="3E5D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19456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Collected, cleaned, and validated data from various sources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219456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2F4FC"/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2194560"/>
            <a:ext cx="73152" cy="1143000"/>
          </a:xfrm>
          <a:prstGeom prst="rect">
            <a:avLst/>
          </a:prstGeom>
          <a:solidFill>
            <a:srgbClr val="3E5D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219456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exploratory data analysis to identify trends and insights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2F4FC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611880"/>
            <a:ext cx="73152" cy="1143000"/>
          </a:xfrm>
          <a:prstGeom prst="rect">
            <a:avLst/>
          </a:prstGeom>
          <a:solidFill>
            <a:srgbClr val="3E5D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61188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dashboards and reports using Excel and visualization tools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361188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2F4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3611880"/>
            <a:ext cx="73152" cy="1143000"/>
          </a:xfrm>
          <a:prstGeom prst="rect">
            <a:avLst/>
          </a:prstGeom>
          <a:solidFill>
            <a:srgbClr val="3E5DC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0" y="361188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 in data modeling and analysis to support business decisions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2F4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5029200"/>
            <a:ext cx="73152" cy="1143000"/>
          </a:xfrm>
          <a:prstGeom prst="rect">
            <a:avLst/>
          </a:prstGeom>
          <a:solidFill>
            <a:srgbClr val="3E5D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502920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Collaborated with cross-functional teams to deliver data-driven solutions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– Link In Blink | Sakshi Kumari (CS-23411589)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572000"/>
            <a:ext cx="5029200" cy="50292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&amp; Learnings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120640" cy="1554480"/>
          </a:xfrm>
          <a:prstGeom prst="roundRect">
            <a:avLst>
              <a:gd name="adj" fmla="val 7059"/>
            </a:avLst>
          </a:prstGeom>
          <a:solidFill>
            <a:srgbClr val="141A47"/>
          </a:solidFill>
          <a:ln w="9525">
            <a:solidFill>
              <a:srgbClr val="3E5D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Data Skills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53288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in data collection, cleaning, and validation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965960"/>
            <a:ext cx="5120640" cy="1554480"/>
          </a:xfrm>
          <a:prstGeom prst="roundRect">
            <a:avLst>
              <a:gd name="adj" fmla="val 7059"/>
            </a:avLst>
          </a:prstGeom>
          <a:solidFill>
            <a:srgbClr val="141A47"/>
          </a:solidFill>
          <a:ln w="9525">
            <a:solidFill>
              <a:srgbClr val="3E5D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Thinking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53288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perform exploratory analysis and surface meaningful trends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886200"/>
            <a:ext cx="5120640" cy="1554480"/>
          </a:xfrm>
          <a:prstGeom prst="roundRect">
            <a:avLst>
              <a:gd name="adj" fmla="val 7059"/>
            </a:avLst>
          </a:prstGeom>
          <a:solidFill>
            <a:srgbClr val="141A47"/>
          </a:solidFill>
          <a:ln w="9525">
            <a:solidFill>
              <a:srgbClr val="3E5DC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Dashboards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45312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in building dashboards and reports that inform decisions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886200"/>
            <a:ext cx="5120640" cy="1554480"/>
          </a:xfrm>
          <a:prstGeom prst="roundRect">
            <a:avLst>
              <a:gd name="adj" fmla="val 7059"/>
            </a:avLst>
          </a:prstGeom>
          <a:solidFill>
            <a:srgbClr val="141A47"/>
          </a:solidFill>
          <a:ln w="9525">
            <a:solidFill>
              <a:srgbClr val="3E5DC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Collaboration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445312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working with cross-functional teams in a real organization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– Link In Blink | Sakshi Kumari (CS-23411589)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Completion Certificate</a:t>
            </a:r>
            <a:endParaRPr lang="en-US" sz="3000" dirty="0"/>
          </a:p>
        </p:txBody>
      </p:sp>
      <p:pic>
        <p:nvPicPr>
          <p:cNvPr id="4" name="Image 0" descr="/mnt/user-data/uploads/10002546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6552" y="1645920"/>
            <a:ext cx="3355848" cy="47457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– Link In Blink | Sakshi Kumari (CS-23411589)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Gratitude to Link In Blink (HM ESCAN Pvt. Ltd.) and the School of Computer Science and Engineering, IILM University, for their guidance and support.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634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Sakshi Kumari   |   Roll No. CS-23411589   |   B.Tech CSE, Batch 2026-27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2026-08-30T13:25:33Z</dcterms:created>
  <dcterms:modified xsi:type="dcterms:W3CDTF">2026-08-30T13:25:33Z</dcterms:modified>
</cp:coreProperties>
</file>